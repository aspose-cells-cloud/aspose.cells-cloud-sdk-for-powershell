
<file path=[Content_Types].xml><?xml version="1.0" encoding="utf-8"?>
<Types xmlns="http://schemas.openxmlformats.org/package/2006/content-types">
  <Default Extension="jpeg" ContentType="image/jpeg"/>
  <Default Extension="emf" ContentType="image/emf"/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7"/>
    <p:sldId id="257" r:id="rId8"/>
  </p:sldIdLst>
  <p:sldSz cx="7781925" cy="10706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>
        <p:scale>
          <a:sx n="100" d="100"/>
          <a:sy n="100" d="100"/>
        </p:scale>
        <p:origin x="-504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1.xml" /><Relationship Id="rId3" Type="http://schemas.openxmlformats.org/officeDocument/2006/relationships/presProps" Target="presProps.xml" /><Relationship Id="rId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8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9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3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6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1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7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6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8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0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7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75B45-2718-4D66-BE36-358DDEF29639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50F8D-BE9C-4936-9023-43F10881D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95136"/>
              </p:ext>
            </p:extLst>
          </p:nvPr>
        </p:nvGraphicFramePr>
        <p:xfrm>
          <a:off x="685800" y="914400"/>
          <a:ext cx="7781925" cy="10706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509">
                  <a:extLst>
                    <a:ext uri="{9D8B030D-6E8A-4147-A177-3AD203B41FA5}">
                      <a16:colId xmlns:a16="http://schemas.microsoft.com/office/drawing/2014/main" val="2000"/>
                    </a:ext>
                  </a:extLst>
                </a:gridCol>
                <a:gridCol w="601328">
                  <a:extLst>
                    <a:ext uri="{9D8B030D-6E8A-4147-A177-3AD203B41FA5}">
                      <a16:colId xmlns:a16="http://schemas.microsoft.com/office/drawing/2014/main" val="2001"/>
                    </a:ext>
                  </a:extLst>
                </a:gridCol>
                <a:gridCol w="651438">
                  <a:extLst>
                    <a:ext uri="{9D8B030D-6E8A-4147-A177-3AD203B41FA5}">
                      <a16:colId xmlns:a16="http://schemas.microsoft.com/office/drawing/2014/main" val="2002"/>
                    </a:ext>
                  </a:extLst>
                </a:gridCol>
                <a:gridCol w="350775">
                  <a:extLst>
                    <a:ext uri="{9D8B030D-6E8A-4147-A177-3AD203B41FA5}">
                      <a16:colId xmlns:a16="http://schemas.microsoft.com/office/drawing/2014/main" val="2003"/>
                    </a:ext>
                  </a:extLst>
                </a:gridCol>
                <a:gridCol w="200443">
                  <a:extLst>
                    <a:ext uri="{9D8B030D-6E8A-4147-A177-3AD203B41FA5}">
                      <a16:colId xmlns:a16="http://schemas.microsoft.com/office/drawing/2014/main" val="2004"/>
                    </a:ext>
                  </a:extLst>
                </a:gridCol>
                <a:gridCol w="390863">
                  <a:extLst>
                    <a:ext uri="{9D8B030D-6E8A-4147-A177-3AD203B41FA5}">
                      <a16:colId xmlns:a16="http://schemas.microsoft.com/office/drawing/2014/main" val="2005"/>
                    </a:ext>
                  </a:extLst>
                </a:gridCol>
                <a:gridCol w="90199">
                  <a:extLst>
                    <a:ext uri="{9D8B030D-6E8A-4147-A177-3AD203B41FA5}">
                      <a16:colId xmlns:a16="http://schemas.microsoft.com/office/drawing/2014/main" val="2006"/>
                    </a:ext>
                  </a:extLst>
                </a:gridCol>
                <a:gridCol w="380841">
                  <a:extLst>
                    <a:ext uri="{9D8B030D-6E8A-4147-A177-3AD203B41FA5}">
                      <a16:colId xmlns:a16="http://schemas.microsoft.com/office/drawing/2014/main" val="2007"/>
                    </a:ext>
                  </a:extLst>
                </a:gridCol>
                <a:gridCol w="962124">
                  <a:extLst>
                    <a:ext uri="{9D8B030D-6E8A-4147-A177-3AD203B41FA5}">
                      <a16:colId xmlns:a16="http://schemas.microsoft.com/office/drawing/2014/main" val="2008"/>
                    </a:ext>
                  </a:extLst>
                </a:gridCol>
                <a:gridCol w="2164780">
                  <a:extLst>
                    <a:ext uri="{9D8B030D-6E8A-4147-A177-3AD203B41FA5}">
                      <a16:colId xmlns:a16="http://schemas.microsoft.com/office/drawing/2014/main" val="2009"/>
                    </a:ext>
                  </a:extLst>
                </a:gridCol>
              </a:tblGrid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226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r"/>
                      <a:r>
                        <a:rPr lang="en-US" dirty="0" smtClean="0" sz="1600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2003</a:t>
                      </a:r>
                      <a:endParaRPr lang="en-US" dirty="0" sz="1600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 sz="1400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 -</a:t>
                      </a:r>
                      <a:endParaRPr lang="en-US" dirty="0" sz="1400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dirty="0" smtClean="0" sz="1600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Sales Report</a:t>
                      </a:r>
                      <a:endParaRPr lang="en-US" dirty="0" sz="1600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996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8">
                  <a:txBody>
                    <a:bodyPr/>
                    <a:lstStyle/>
                    <a:p>
                      <a:pPr algn="l"/>
                      <a:r>
                        <a:rPr lang="en-US" dirty="0" smtClean="0" sz="1600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Syed Abbas</a:t>
                      </a:r>
                      <a:endParaRPr lang="en-US" dirty="0" sz="1600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1535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r"/>
                      <a:r>
                        <a:rPr lang="en-US" dirty="0" smtClean="0" sz="1400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2023</a:t>
                      </a:r>
                      <a:endParaRPr lang="en-US" dirty="0" sz="1400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 sz="1400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 </a:t>
                      </a:r>
                      <a:endParaRPr lang="en-US" dirty="0" sz="1400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400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12</a:t>
                      </a:r>
                      <a:endParaRPr lang="en-US" dirty="0" sz="1400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dirty="0" smtClean="0" sz="1400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Order Summary</a:t>
                      </a:r>
                      <a:endParaRPr lang="en-US" dirty="0" sz="1400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3073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dirty="0" smtClean="0" sz="1000" b="1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Order Number</a:t>
                      </a:r>
                      <a:endParaRPr lang="en-US" dirty="0" sz="1000" b="1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algn="l"/>
                      <a:r>
                        <a:rPr lang="en-US" dirty="0" smtClean="0" sz="1000" b="1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Product Category</a:t>
                      </a:r>
                      <a:endParaRPr lang="en-US" dirty="0" sz="1000" b="1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 b="1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Sales</a:t>
                      </a:r>
                      <a:endParaRPr lang="en-US" dirty="0" sz="1000" b="1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gridSpan="4"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SO58915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/>
                <a:tc rowSpan="4" hMerge="1"/>
                <a:tc rowSpan="4" hMerge="1"/>
                <a:tc gridSpan="6"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Clothing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￥944.20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 vMerge="1"/>
                <a:tc hMerge="1" vMerge="1"/>
                <a:tc hMerge="1" vMerge="1"/>
                <a:tc hMerge="1" vMerge="1"/>
                <a:tc gridSpan="6"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Accessories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￥954.75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 vMerge="1"/>
                <a:tc hMerge="1" vMerge="1"/>
                <a:tc hMerge="1" vMerge="1"/>
                <a:tc hMerge="1" vMerge="1"/>
                <a:tc gridSpan="6"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Components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￥2,564.08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 vMerge="1"/>
                <a:tc hMerge="1" vMerge="1"/>
                <a:tc hMerge="1" vMerge="1"/>
                <a:tc hMerge="1" vMerge="1"/>
                <a:tc gridSpan="6"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Bikes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￥23,105.47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r"/>
                      <a:r>
                        <a:rPr lang="en-US" dirty="0" smtClean="0"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Subtotal</a:t>
                      </a:r>
                      <a:endParaRPr lang="en-US" dirty="0" sz="1000" b="1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￥27,568.49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SO59045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Bikes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￥3,589.79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r"/>
                      <a:r>
                        <a:rPr lang="en-US" dirty="0" smtClean="0"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Subtotal</a:t>
                      </a:r>
                      <a:endParaRPr lang="en-US" dirty="0" sz="1000" b="1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￥3,589.79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/>
                      <a:r>
                        <a:rPr lang="en-US" dirty="0" smtClean="0" sz="1000" b="1">
                          <a:solidFill>
                            <a:srgbClr val="00008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lang="en-US" dirty="0" sz="1000" b="1">
                        <a:solidFill>
                          <a:srgbClr val="00008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￥31,158.29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  <p:pic>
        <p:nvPicPr>
          <p:cNvPr id="1001" name="Chart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09" y="1707092"/>
            <a:ext cx="5592348" cy="2972256"/>
          </a:xfrm>
          <a:prstGeom prst="rect">
            <a:avLst/>
          </a:prstGeom>
        </p:spPr>
      </p:pic>
    </p:spTree>
    <p:extLst/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95136"/>
              </p:ext>
            </p:extLst>
          </p:nvPr>
        </p:nvGraphicFramePr>
        <p:xfrm>
          <a:off x="685800" y="914400"/>
          <a:ext cx="7781925" cy="10706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1416">
                  <a:extLst>
                    <a:ext uri="{9D8B030D-6E8A-4147-A177-3AD203B41FA5}">
                      <a16:colId xmlns:a16="http://schemas.microsoft.com/office/drawing/2014/main" val="2000"/>
                    </a:ext>
                  </a:extLst>
                </a:gridCol>
                <a:gridCol w="641416">
                  <a:extLst>
                    <a:ext uri="{9D8B030D-6E8A-4147-A177-3AD203B41FA5}">
                      <a16:colId xmlns:a16="http://schemas.microsoft.com/office/drawing/2014/main" val="2001"/>
                    </a:ext>
                  </a:extLst>
                </a:gridCol>
                <a:gridCol w="1924249">
                  <a:extLst>
                    <a:ext uri="{9D8B030D-6E8A-4147-A177-3AD203B41FA5}">
                      <a16:colId xmlns:a16="http://schemas.microsoft.com/office/drawing/2014/main" val="2002"/>
                    </a:ext>
                  </a:extLst>
                </a:gridCol>
                <a:gridCol w="1593519">
                  <a:extLst>
                    <a:ext uri="{9D8B030D-6E8A-4147-A177-3AD203B41FA5}">
                      <a16:colId xmlns:a16="http://schemas.microsoft.com/office/drawing/2014/main" val="2003"/>
                    </a:ext>
                  </a:extLst>
                </a:gridCol>
              </a:tblGrid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Product Category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Sales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Accessories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￥954.75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Bikes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￥26,695.26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Clothing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￥944.20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92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/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Components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 sz="100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￥2,564.08</a:t>
                      </a:r>
                      <a:endParaRPr lang="en-US" dirty="0" sz="1000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/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